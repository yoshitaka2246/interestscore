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59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3DECA-42DD-4DC1-9E00-BFA7A22A5A8D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135CB-6B04-48E8-B980-8C3F4F9B02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26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A768-F5B1-478D-8AB5-85E6689E910B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BD57-5F8D-4218-BB01-D058E3864F76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F9ABB-63D1-4F0C-8F14-BC22A733C97A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662-7DC6-43C0-9896-C64C09766EC6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FF27-64FF-450F-BF97-FF652907C6E4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B7BD-B0E8-4AAD-8D35-BB849D77F791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1DA1A-5115-4D3B-B0B9-9830F7EDC4DA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2B01-0B75-498D-A4B5-86CB36A0F978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CDB71-9449-4E6A-85F9-DE019383A763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C109B-3A89-433E-8AF8-227BBEA379FF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6F2F-D520-4B3E-9C30-6B58C2505AB6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EAB38-6C2A-4814-A44C-FB70F98D7DBD}" type="datetime1">
              <a:rPr lang="en-US" altLang="ja-JP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713399"/>
            <a:ext cx="8229600" cy="2237171"/>
          </a:xfrm>
        </p:spPr>
        <p:txBody>
          <a:bodyPr/>
          <a:lstStyle/>
          <a:p>
            <a:r>
              <a:rPr dirty="0" err="1"/>
              <a:t>CNNモデルの精度改善に関する検討（進捗報告</a:t>
            </a:r>
            <a:r>
              <a:rPr dirty="0"/>
              <a:t>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722927"/>
            <a:ext cx="8229600" cy="1563041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2026/XX/XX</a:t>
            </a:r>
          </a:p>
          <a:p>
            <a:pPr marL="0" indent="0" algn="ctr">
              <a:buNone/>
            </a:pPr>
            <a:r>
              <a:rPr dirty="0" err="1"/>
              <a:t>〇〇研究室</a:t>
            </a:r>
            <a:r>
              <a:rPr dirty="0"/>
              <a:t> 山田</a:t>
            </a:r>
            <a:r>
              <a:rPr lang="ja-JP" altLang="en-US" dirty="0"/>
              <a:t>太郎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背景・課題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既存精度：72%</a:t>
            </a:r>
          </a:p>
          <a:p>
            <a:r>
              <a:rPr dirty="0" err="1"/>
              <a:t>過学習が発生</a:t>
            </a:r>
            <a:endParaRPr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E98F2D-7377-41B3-8137-61B711C6A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施策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回転</a:t>
            </a:r>
            <a:r>
              <a:rPr dirty="0"/>
              <a:t> / </a:t>
            </a:r>
            <a:r>
              <a:rPr dirty="0" err="1"/>
              <a:t>反転</a:t>
            </a:r>
            <a:r>
              <a:rPr dirty="0"/>
              <a:t> / </a:t>
            </a:r>
            <a:r>
              <a:rPr dirty="0" err="1"/>
              <a:t>ノイズ付加</a:t>
            </a:r>
            <a:endParaRPr dirty="0"/>
          </a:p>
          <a:p>
            <a:r>
              <a:rPr dirty="0"/>
              <a:t>データ数を3倍に拡張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FA665E-9F54-49D9-815C-DB4FC3BE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精度：72% → 80%</a:t>
            </a:r>
          </a:p>
          <a:p>
            <a:r>
              <a:rPr dirty="0" err="1"/>
              <a:t>損失関数も改善</a:t>
            </a:r>
            <a:endParaRPr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853ACA-EF11-4657-B5F3-70904133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データ不足が主因</a:t>
            </a:r>
            <a:endParaRPr dirty="0"/>
          </a:p>
          <a:p>
            <a:r>
              <a:rPr dirty="0" err="1"/>
              <a:t>多様なデータで改善余地あり</a:t>
            </a:r>
            <a:endParaRPr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109623-AB71-4B9D-B75C-3E3B1E8B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他の拡張手法の検証</a:t>
            </a:r>
            <a:endParaRPr dirty="0"/>
          </a:p>
          <a:p>
            <a:r>
              <a:rPr dirty="0" err="1"/>
              <a:t>モデル構造の改良</a:t>
            </a:r>
            <a:endParaRPr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4A89A0-7B75-4D22-B3E3-73CD1399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50</Words>
  <Application>Microsoft Office PowerPoint</Application>
  <PresentationFormat>ワイド画面</PresentationFormat>
  <Paragraphs>23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Arial</vt:lpstr>
      <vt:lpstr>Calibri</vt:lpstr>
      <vt:lpstr>Office Theme</vt:lpstr>
      <vt:lpstr>CNNモデルの精度改善に関する検討（進捗報告）</vt:lpstr>
      <vt:lpstr>背景・課題</vt:lpstr>
      <vt:lpstr>施策</vt:lpstr>
      <vt:lpstr>結果</vt:lpstr>
      <vt:lpstr>考察</vt:lpstr>
      <vt:lpstr>今後の方針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CNNモデルの精度改善に関する検討（進捗報告）</dc:title>
  <dc:subject/>
  <dc:creator/>
  <cp:keywords/>
  <dc:description>generated using python-pptx</dc:description>
  <cp:lastModifiedBy>Nobutaka Kuroki</cp:lastModifiedBy>
  <cp:revision>5</cp:revision>
  <dcterms:created xsi:type="dcterms:W3CDTF">2013-01-27T09:14:16Z</dcterms:created>
  <dcterms:modified xsi:type="dcterms:W3CDTF">2026-03-29T05:50:13Z</dcterms:modified>
  <cp:category/>
</cp:coreProperties>
</file>